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AbleLiving's actual measure set for each contract during the live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586C47">
              <a:alpha val="30000"/>
            </a:srgbClr>
          </a:solidFill>
          <a:ln w="12700">
            <a:solidFill>
              <a:srgbClr val="586C4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31520"/>
            <a:ext cx="3657600" cy="1508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TRAINING SERIES · MODULE 8 OF 10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Gaps, Quality Measures &amp; Worklists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17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athenaOne's quality tools and worklists to prioritize outreach, close gaps, and keep every enrolled patient on cadence.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Navigator Curriculum  ·  Approximately 60 minutes  ·  View-only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roadmap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7335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6002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quality measures and care gaps are — and why they matter here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16002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2258568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3134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that matter for a memory-support population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231343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80160" y="2971800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02666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care-gap and quality views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02666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80160" y="3685032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3739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working worklists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0" y="373989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280160" y="4398264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44531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campaigns and closing gaps correctly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0" y="44531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280160" y="5111496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516636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Scenario, knowledge checks, and takeaways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778240" y="51663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241280" y="219456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24128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600" dirty="0"/>
          </a:p>
        </p:txBody>
      </p:sp>
      <p:sp>
        <p:nvSpPr>
          <p:cNvPr id="38" name="Text 35"/>
          <p:cNvSpPr txBox="1"/>
          <p:nvPr/>
        </p:nvSpPr>
        <p:spPr>
          <a:xfrm>
            <a:off x="102412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you will be able to…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482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quality measure and a care gap are, and how they connect to value-based programs.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0482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measures most relevant to homebound patients living with dementia.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31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7413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care-gap and quality dashboards for a patient and for a panel.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263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46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37413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prioritize, and work a worklist without letting patients fall through.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31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70001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08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outreach that closes gaps and document it so the gap actually closes in the system.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263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446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700016"/>
            <a:ext cx="338328" cy="33832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223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exclusions and when a gap should be marked not applicable rather than chased.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quality measures and care gaps are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 for whether patients are getting recommended care — and the data behind AbleLiving's value-based contracts.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measure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definition of recommended care for a population: e.g., 'patients 65+ with an annual fall-risk screening.' Defined by CMS, NCQA (HEDIS), and program bodies.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gap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who meets the measure's population definition but hasn't had the recommended care in the measurement period. Gaps are what worklists are made of.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/ snooze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reason the measure doesn't apply — hospice, a documented refusal, a contraindication. In athenaOne you snooze the measure on the Quality tab with a reason and a length.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meeting the measure divided by the eligible population. Reported to payers and programs; tied to payment in value-based arrangements.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navigator work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gaps close with outreach, scheduling, and documentation — your core skills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Homebound patients don't close gaps by walking into a clinic; someone has to bring the care to them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programs (ACO REACH, GUIDE, Medicare Advantage contracts) pay for quality performance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also signals: a patient with many open gaps is often a family that's struggling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determines whether closed care 'counts' — the right code, in the right place, in the right period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1691640"/>
            <a:ext cx="4434840" cy="4389120"/>
          </a:xfrm>
          <a:prstGeom prst="roundRect">
            <a:avLst>
              <a:gd name="adj" fmla="val 2500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116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26974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truths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543800" y="3474720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closed in the home but not documented correctly is still an open gap on the report.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chased when an exclusion applies wastes a family's time and a navigator's day.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 that matter for a memory-support population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measure applies equally. These are the ones you'll see most.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measures for homebound older adults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Falls: screening and plan of care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fall-risk screening; documented plan for those at risk. Almost universal in this population.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reconciliation post-discharge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 of hospital discharge. Ties directly to transition-of-care workflows.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care planning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discussion or document on file. Common gap; very relevant to dementia care.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screening and follow-up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screening with a documented plan if positive. Caregiver depression isn't a patient measure, but it matters to the plan.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37304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65904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776" y="439369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51704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Immunizations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65904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Influenza, pneumococcal, COVID, shingles per current guidance. Often given at home visits — document lot and site.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125968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54568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440" y="439369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40368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control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354568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control, diabetes A1c and eye exams, statin use. Home-based labs and mobile services are how these close.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CARE PROGRAMS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Program-specific measures and elements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assessment and care plan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and reviewed on the required cadence (Module 6). Missing reviews show up as gaps in program reporting.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assessment and support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assessment on schedule; documented education and referrals.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contact and 24/7 access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monthly contacts and confirmation the family has the support line.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outcomes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visits, hospitalizations, and long-term nursing home placement. Not gaps to chase, but the outcomes the whole program aims at.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care-gap and quality views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gaps show up in athenaOne.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— PATIENT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patient-level view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chart → Quality tab.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banner.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measure row.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met, open, excluded, not applicable. Last date and what satisfied it.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evidence or snooze.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what satisfied it; or use the X to snooze a measure with a reason and length (e.g., vaccine given elsewhere and documented).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measurement period.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year for most; program-specific for others. A flu shot from last season doesn't count this season.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visit.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open, closable gaps to the appointment notes so the provider addresses them.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· Quality tab · Doe, Jane · 2026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risk screen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· 03/04/2026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care planning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rec post-discharge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no discharge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 vaccine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due this season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screen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· 03/04/2026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4114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control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275320" y="41330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366760" y="4133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last reading 152/88 on 08/15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537960" y="4480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closable items for the 10/06 visit: ACP discussion, flu vaccine, BP recheck.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— PANEL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panel-level view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Reports → Report Library → quality/measure reports (or Population Health Data Explorer where enabled).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your department and program.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performance by measure.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numerator, denominator, and gap count.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gaps by count and by closability.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 season gaps close in bulk; ACP gaps close one conversation at a time.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 measure for the patient list.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list is the seed for your worklist.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trend.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gaps closing month over month? Which are stuck?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Library · Quality measures · Memory Support — Tampa · 2026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risk screen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· 11 open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care planning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· 52 open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 vaccine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· 88 open (season started 9/1)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rec post-discharge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· 6 open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screen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· 15 open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4114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Care-plan review on cadence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275320" y="41330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366760" y="4133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· 21 open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and working worklists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worklist is a queue of patients with something to do. Done well, it's the most powerful tool a navigator has.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worklist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measure or the panel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measure report for open patients, or start from the Care Program Panel (Patients menu) filtered to your program.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2694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1294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12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41294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what you own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41294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department, your caseload, your zone. Don't work another region's list without coordinating.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6749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5349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534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05349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columns that drive action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5349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appointment, caregiver phone, last contact date, open gap count, program status.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40803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9403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940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69403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69403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visit first (close gaps at the visit), then time-limited items (flu season, TOC windows), then the rest by gap count.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4858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33458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33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33458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name it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833458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report in the Report Library: 'Tampa — flu + ACP — visits next 14d.' Saved reports rerun on demand; you work them, not rebuild them.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the list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saved report or the Care Program Panel.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next appointment date.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patient: verify, review gaps, decide the action.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visit notes, schedule, call caregiver, or mark exclusion.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action and document.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 for calls; appointment notes for visit items; snooze with reason on the Quality tab where applicable.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row worked.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list's status or a last-contact column so you don't re-work it tomorrow.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weekly.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closed, what didn't, and why. Adjust the list.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report · Tampa — flu + ACP — visits next 14d (23)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J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10/06 · Flu, ACP, BP · Susan (813) 555-0142 · worked 9/24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Mehta, A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10/07 · Flu · Priya · not yet contacted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M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10/08 · Flu, Depression · Diane · worked 9/23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Osei, W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visit · ACP, Flu · Ama · schedule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Simmons, G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10/09 · Med rec (TOC) · Kevin · worked 9/24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Worklists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a few saved lists you trust, not from ad-hoc reports every day.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calls by caregiver: one call can address three gaps.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gap items to appointment notes so the provider closes them in the home — it's the highest-yield action you have.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own numbers: gaps worked, closed, and excluded per week.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with no owner — 'everyone's list' is no one's list.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caregiver three times in a week from three different lists.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newest-first so the oldest gaps never get touched.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 row worked when you left a voicemail. A voicemail is an attempt, not an action.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Outreach campaigns and closing gaps correctly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 on the phone or in the home is half the job. The other half is making the system see it.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gaps actually close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home visit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performs the screening, gives the vaccine, has the ACP conversation. It closes only if documented with the right template, code, or result.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navigator outreach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screenings and assessments can be completed by phone by trained staff per program rules. Document in the designated template so it counts.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outside documentation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given at a pharmacy, ACP document from an attorney, labs from a hospital stay. Obtain, attach, classify correctly, and enter structured data where required (e.g., immunization record).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snooze / exclusion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Hospice, documented refusal, medical reason. Snooze the measure on the Quality tab with the reason and length, and make sure the supporting documentation is in the chart; don't just note it in free text.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an outreach campaign (e.g., flu season)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list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patients with the open gap, grouped by zone and next visit.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2694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1294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12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41294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automated outreach where appropriate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41294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athenaCommunicator GroupCall campaigns (Population Health type) and Automated Wellness Outreach message caregivers who have consented (Module 9). Personal calls for those who haven't or who need a conversation.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6749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5349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534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05349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the call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5349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options (at the next visit, a nurse visit, a pharmacy), and the documentation you need if done elsewhere.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40803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9403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940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69403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note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69403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the appointment notes or schedule a nurse visit. Record the plan in a patient case.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4858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33458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33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33458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closure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833458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visit or receipt of outside documentation, confirm the gap shows 'met' in the quality view. If not, find out why.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gaps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which template or field closes each measure; a note in the wrong place doesn't count.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outside vaccines and labs, enter structured data, not just a scanned image.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refusals as refusals with the date — a documented refusal is an exclusion; an undocumented one is a chase.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the quality view a few days after the visit to confirm closure.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 gap closed because the visit happened.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Pressuring families to accept services to 'hit the number' — patient and caregiver goals come first.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Snoozing a measure without the supporting documentation in the chart.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the measurement period; last year's screening is this year's gap.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Scenario, knowledge checks, and takeaways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module.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SCENARIO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 season and a stubborn ACP gap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early October. Your Tampa worklist shows 88 open flu-vaccine gaps and 52 open advance-care-planning gaps. Among them: Beatrice Hall, 93, whose daughter Carol says 'Mom got her flu shot at Walgreens last week' and 'we're not talking about end-of-life stuff, she'd be devastated.' Beatrice is also on the list for a post-discharge medication reconciliation with a window that closes in 9 days.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and think through: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949440" y="237744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331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prioritize across the 140 gaps and Beatrice's three?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49440" y="333756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494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close the flu gap correctly, given the shot was given elsewhere?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49440" y="429768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494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452360" y="4251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about the ACP gap — chase, exclude, or something else?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A STRONG APPROACH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Beatrice's gaps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623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73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by time and yield.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TOC med-rec window closes in 9 days — schedule that first (nurse or provider visit). Flu gaps close in bulk at visits; ACP takes conversations.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453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243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499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flu gap with evidence.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Carol for the pharmacy record (or query the immunization registry per policy). Enter the vaccine as structured immunization data with date and source; attach the record. Confirm the gap shows met.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3215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6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3261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force the ACP conversation — and don't ignore it.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provider: Carol's concern is a clinical and relational judgment call. The provider may approach it differently (goals-of-care framing, caregiver-only visit). Document the conversation objectively.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3977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832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4023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snoozing correctly.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saying 'not now' is not a documented patient refusal. Don't snooze; leave the gap open with a plan and a revisit date.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48640" y="4739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91032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34440" y="4785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the rest.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flu and ACP items to appointment notes for all patients with visits in the next two weeks; run caregiver outreach for those without visits.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550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72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34440" y="554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verify.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 for Carol's call; worklist row marked worked; recheck quality view after the visit.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is 'closed' for reporting purposes when: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performed the service at the home visit.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navigator notes in a patient case that it was done.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is documented in the template, field, or code the measure recognizes, within the measurement period.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confirms it happened.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is 'closed' for reporting purposes when: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provider performed the service at the home visit.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navigator notes in a patient case that it was done.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service is documented in the template, field, or code the measure recognizes, within the measurement period.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caregiver confirms it happened.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C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read structured data. The service has to be documented where the measure looks, in the right period, or it remains an open gap on the report.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says the patient 'doesn't want' a depression screening. The correct handling is: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 the measure on the Quality tab.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caregiver's statement, route to the provider to address at the visit, and leave the gap open with a revisit plan.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patient from the worklist.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screening with the caregiver answering for the patient.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says the patient 'doesn't want' a depression screening. The correct handling is: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Snooze the measure on the Quality tab.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Document the caregiver's statement, route to the provider to address at the visit, and leave the gap open with a revisit plan.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Delete the patient from the worklist.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Complete the screening with the caregiver answering for the patient.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caregiver's report is not a documented patient refusal. The provider should address it; if a refusal is documented properly the measure can then be snoozed with that reason. Answering on the patient's behalf invalidates the screening.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highest-yield way to close gaps for a homebound population?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reminder letters to patients.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open, closable gaps to appointment notes so the provider addresses them at the home visit.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every patient weekly.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annual wellness visits.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highest-yield way to close gaps for a homebound population?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Mail reminder letters to patients.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Add open, closable gaps to appointment notes so the provider addresses them at the home visit.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Call every patient weekly.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Wait for annual wellness visits.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visit is where care happens for this population. Preparing the visit with the open gaps closes several at once with no extra burden on the family.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SUMMARY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Care Gaps, Quality Measures &amp; Worklists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1754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691640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define recommended care; gaps are patients missing it; snoozes on the Quality tab need a reason and supporting documentation.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458212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832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458212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Falls, medication reconciliation, advance care planning, depression screening, immunizations, chronic-disease control, and program cadences are the core set here.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224784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7489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224784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Quality tab before every visit and the measure reports / Care Program Panel every week.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991356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4147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3991356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Worklists (saved reports and the Care Program Panel): owned, prioritized by upcoming visit and time limits, worked oldest-first, documented per row.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4757928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08042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325880" y="4757928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home visit with the gap list — it's the highest-yield action you have.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5524500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74614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325880" y="5524500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closes only when documented where the measure looks. Verify closure; document refusals properly; never pressure families to hit a number.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731520"/>
            <a:ext cx="3657600" cy="1508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completed Module 8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Gaps, Quality Measures &amp; Worklists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9: Patient &amp; Caregiver Engagement — Portal, Automated Outreach &amp; Communication Workflows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are illustrative representations of athenaOne workflows (terminology verified against athenahealth O-help and published workflow guides, Sept 2026). Follow AbleLiving policies and athenahealth O-help where they differ.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Care Gaps, Quality Measures &amp; Worklists</dc:title>
  <dc:subject>PptxGenJS Presentation</dc:subject>
  <dc:creator>AbleLiving Memory Support</dc:creator>
  <cp:lastModifiedBy>AbleLiving Memory Support</cp:lastModifiedBy>
  <cp:revision>1</cp:revision>
  <dcterms:created xsi:type="dcterms:W3CDTF">2026-09-24T23:01:59Z</dcterms:created>
  <dcterms:modified xsi:type="dcterms:W3CDTF">2026-09-24T23:01:59Z</dcterms:modified>
</cp:coreProperties>
</file>