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1. This module is the foundation for everything that follows. Learners should complete it before any other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caregiver-as-care-unit idea. It comes up in every subsequent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to identify which of these they already do today and which are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the audit trail records everything under your username. Credential sharing is a HIPAA and policy violation.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learners through each labeled region. Point out the Inbox counter and the patient banner as the two things to always glance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a search for a common surname and show how many results come back. This makes the second-identifier rule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closing an item and routing it. Many new navigators close items that should be routed.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the difference between routing and escalating. Escalation means a live phone call to a clinician or supervisor, not just a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WHO/WHY/WHAT/DONE/NEXT structure will be reused in Modules 5, 6, and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1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athenaOne Orientation for Care Navigators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 in athenaOne: navigation, Quickview vs. Chart, patient search, the Clinical Inbox, and how your daily work reaches you.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athenaOne matters for memory-care navigation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in, roles, and the athenaOne layout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patient — every time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Inbox: your daily command center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etiquette and the audit trail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main areas of athenaOne — Patients, Calendar, Clinical Inbox, Reports — and explain Quickview versus Chart.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patient using at least two identifiers and confirm you have the correct chart before documenting.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sort, and work items in your Clinical Inbox and understand how Practice Roles and Task Assignment Overrides route work to you.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AbleLiving's documentation standards: minimum necessary, timely, objective, and traceable.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caregiver relationships appear in the chart and why they are central to memory-support work.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to escalate an item to a clinician versus handling it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athenaOne matters for memory-care navigation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is the shared source of truth for the patient, the caregiver, the clinical team, and every program we participate 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 lives in the chart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patient, one caregiver, one story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Memory-support patients almost always have a caregiver who is part of the care unit. athenaOne holds both: the patient chart and the linked caregiver contacts. Every outreach you document builds that shared story.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reads what you write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nurses, social workers, and billing all read your notes. Clear, timely documentation prevents duplicate calls to a stressed family and keeps clinical decisions informed.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depend on it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Care-management programs, quality measures, and payer reporting all pull from the chart. If it isn't documented in athenaOne, it didn't happen — for the patient, for compliance, and for reimbursement.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Care Navigator does in athenaOne every 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Clinical Inbox items: patient cases, documents, referrals, and orders routed to you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charts and verify identity before every call and every note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outreach attempts and outcomes as encounters or patient cases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caregiver contacts, communication preferences, and consents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scheduling for in-home visits and telehealth check-ins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referrals, outside records, and open orders through to closure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clinical concerns to the right clinician using the correct routing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athenaOne as three questions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patient? (Patients &amp; Calendar)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doing? (Clinical Inbox &amp; worklists)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(Chart documentation)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you'll learn maps to one of these.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in, roles, and the athenaOne layout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login is your identity in the audit trail. Never share it, and always log out on shared devices.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BASICS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in safely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AbleLiving athenaNet URL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bookmarked practice link, never a search result. Confirm the practice ID matches AbleLiving before entering credentials.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username and password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unique to you. Never sign in as a colleague, and never let a colleague work under your session.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multi-factor authentication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prompt on your registered device. If you didn't request it, deny it and tell your supervisor immediately.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department and role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asks for a department at login when you have more than one. The wrong one changes what you see in the Calendar and which Inbox items you're routed.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when you step away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or sign out any time you leave the workstation — even for a minute. Sessions also time out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AND CAN'T DO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permissions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role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chart, document encounters and patient cases, manage contacts, schedule, task providers, and run assigned worklists.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restricted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clinical notes, ordering, prescribing, and changing charges are provider or billing functions. If a screen won't let you act, that's by design — route it instead.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access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workflow you're assigned requires a permission you lack, ask your supervisor; do not borrow a colleague's login. Access requests are documented.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athenaOne layout at a glance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Calendar, Claims, Financials, Reports, and the Clinical Inbox. You'll spend most of your time in Patients, Calendar, and the Clinical Inbox.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 field (top right).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LAST, FIRST (the first three letters of each work), or a patient ID. Results offer two landing pages: Quickview and Chart.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vs. Chart.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holds demographics, contacts, insurance, care team, and program enrollment. Chart holds clinical history, documents, the Care Plan tab, and the Quality tab.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banner.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chart is open, the banner pins name, DOB, age, ID, and alerts at the top of every page. Read it before you act.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&amp; Help.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question-mark icon opens athenahealth's O-help documentation, searchable by workflow.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AbleLiving Memory Support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2578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75320" y="259689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66760" y="25968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| Calendar | Claims | Financials | Reports | Clinical Inbox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537960" y="2944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3236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275320" y="3255264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66760" y="32552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  →  Quickview | Chart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537960" y="36027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BANNER (WHEN A CHART IS OPEN)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8953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913632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9136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  ·  F  ·  82y  ·  DOB 03/12/1944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42611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4279392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4279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contact preferred · Hard of hearing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6268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banner follows you across tabs. If it shows the wrong patient, stop and re-search before doing anything else.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SETUP, BIG DAILY SAVINGS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Personalizing your workspace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default department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cover one region, default to it. Fewer wrong-department errors, faster Calendar views.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patient list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Care Program Panel (Patients menu) filtered to your program and department so you aren't re-searching the same 40 patients daily.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Inbox columns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Inbox groups work by bucket (Patient Cases, Documents, Lab &amp; Imaging, Orders, Referrals). Learn which buckets your Practice Role owns and work oldest first.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notification settings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alerts for urgent tasks and caregiver messages; leave lower-priority categories to your scheduled Inbox sweeps.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patient — every time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Wrong-chart documentation is the most common serious error a navigator can make. A 30-second verification habit prevents it.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two-identifier verification habit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Last, First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at least the first three letters of the last name, a comma, and the first three of the first name. athenaOne lists matches with DOB, ID, and status.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7308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73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identifier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7308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date of birth or patient ID. Never select a chart on name alone — memory-care rosters often contain family members with the same surname.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7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and department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7376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patient is Active and linked to the correct AbleLiving department. Inactive or deceased charts appear in search results too.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38844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444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7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banner before you type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67444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open, verify name and DOB against the referral, the call, or the document in hand. Only then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for a patient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search.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the patient search field on any page.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'Doe, Jan' — the first three letters of each are enough.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DOB.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MM/DD/YYYY. This usually collapses the list to one result.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row.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DOB, patient ID, and department before clicking.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Quickview or Chart, then verify the banner.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for contacts/insurance work; Chart for documentation. Read name, DOB, age before doing anything.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Find a patient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Last, First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03/12/1944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37960" y="342900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3429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3840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(1)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4133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415137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41513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82 · ID 48211 · Active · Memory Support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49884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than one result remains after adding DOB, check the patient ID against your source document before opening a chart.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search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phone number when a caregiver calls and you only know their name — the caregiver's phone is usually on the patient's chart.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patient ID from the referral or task whenever you have it. It's unique and instant.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open the wrong chart, close it immediately and re-search. Don't navigate 'sideways' from the wrong patient.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patients share a household, note it in the alerts so the next navigator is warned.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first result without checking DOB.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from a chart you opened earlier for someone else — the banner has changed.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the caregiver's name with the patient's name when a caregiver calls in.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an inactive chart is an error. It may be a discharged or deceased patient — check before reactivating.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YOU'RE IN THE CHART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chart's main sections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contacts, insurance, Care Team members, program enrollment status, and alerts. Start here before any call.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landing page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Problems, medications, allergies, recent encounters, and the Care Team. The hamburger menu opens Patient Case, Create Order Group, Chart Export, and more.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records, outside notes, faxes, and forms. Everything routed to the chart lives here with a document class.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&amp; Quality tabs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Plan: care management events, health concerns, goals, tasks (Module 6). Quality: open care gaps and measures (Module 8).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and future visits. Cancellations and no-shows are visible here with their reasons.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alerts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text on Quickview displays whenever the patient is opened. Use it for safety, access, and communication instructions.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Inbox: your daily command center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work that reaches a navigator arrives through the Clinical Inbox, routed by Practice Role and Task Assignment Overrides. Mastering it is the difference between reacting and managing.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BUCKETS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lands in your Clinical Inbox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and messages from patients and caregivers, plus internal coordination requests. The most common navigator item.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Faxes, outside records, hospital discharge summaries, and forms needing review, classification, or follow-up.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&amp; orders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referrals awaiting scheduling and orders awaiting results or closure.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Documents in REVIEW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 manager can send you a Care Plan Document with an Action Note ('schedule 30-day follow-up'). It lands in your Clinical Documents bucket.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messages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messages from patients or Family Access users arrive as patient cases with source 'Patient Portal'.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items reach you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Roles group users by function; Task Assignment Overrides (TAOs) route document types, orders, referrals, and cases to a role or person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INBOX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working a Clinical Inbox item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oldest first.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enemy in memory-care coordination. A three-day-old caregiver call is a risk.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item.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thread, not just the subject line. Check who created it and why.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patient.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updates to the item's patient. Confirm it matches the request.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document, and route.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work, add a note to the case, then use the Action menu: reassign to a role/person, or close.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an item silent.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complete it, add a note and a reason. Silence looks like abandonment in an audit.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Inbox · Patient Cases (14)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2578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75320" y="259689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66760" y="25968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— Caregiver call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537960" y="29443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275320" y="296265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6760" y="29626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 · ID 48211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3310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275320" y="3328416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66760" y="3328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ago · by Front Desk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537960" y="36758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275320" y="369417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366760" y="36941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537960" y="40416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6537960" y="43342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275320" y="4352544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66760" y="4352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call to daughter (Susan). Discussed…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37960" y="4700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275320" y="4718304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66760" y="47183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clinical role — medication question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537960" y="5111496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537960" y="5111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RULE OF THUMB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what to do with an item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caregiver updates, resource questions, and records requests are yours. Do it, document it, close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7308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73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7308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requiring clinical judgment — symptoms, medications, behavior changes, falls — goes to the assigned clinician with a clear summary.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7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7376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concerns (wandering, abuse, caregiver crisis, suicidal statements) follow the escalation policy immediately: call, then document.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38844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444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7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67444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a callback or outside record? Set a follow-up date so it resurfaces. Never hold without a date.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the Clinical Inbox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the Inbox at set times (e.g., start of day, midday, end of day) rather than reacting to every alert.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item notes as if the next reader has never spoken to the family: who, what, when, next step.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subject lines: 'Caregiver call — med refill — J. Doe' is searchable; 'call back' is not.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with a reason. 'Routing to Dr. Patel: daughter reports new confusion x2 days' saves the provider a call.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 item to make the counter go down before the work is done.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clinical questions to another navigator instead of a clinician.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items assigned to yourself while on PTO — items assigned to a Practice Role keep getting worked; items assigned to you do not.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in the item only and never in the chart. Patient-facing work must also be visible in the patient's history.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etiquette and the audit trail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records who did what and when. Write everything as if a family member, an auditor, and a clinician will read it — because they might.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AbleLiving documentation standards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necessary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the care team needs to act. Avoid unrelated family details, opinions about relatives, or speculation.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same day, ideally right after the interaction. Late entries must be labeled as late entries.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was said and observed, not judgments. 'Daughter states patient refused meds twice this week' — not 'daughter is non-compliant'.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lives in the right place: a patient case, an encounter, or a document, linked to the correct patient and routed to the right person.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NOTE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documentation template that works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who you spoke with and their relationship to the patient (verify they are an authorized contact)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reason for the contact — caregiver call, scheduled outreach, follow-up on a task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what was reported or discussed, in plain and objective language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actions you took — scheduled, sent resources, routed to clinician, updated contacts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next step, who owns it, and the date it should happen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with your name and role; the system stamps the timestamp for you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Susan Doe (daughter, authorized contact) by phone.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Returned caregiver call.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Reports mother more confused evenings x2 days; no falls; taking meds with supervision.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Routed to Dr. Patel as patient case; sent sundowning tip sheet.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Dr. Patel to advise by 9/26; navigator follow-up call 9/29.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RECORDED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audit trail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is logged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chart you have no work reason to open is a policy violation even if you change nothing. Access only your assigned or requested patients.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are versioned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don't erase the original. Make corrections as addenda, and never try to 'fix' someone else's note — ask them to.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 are visible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document or case leaves a record. If something was filed to the wrong chart, use the move/reassign workflow and notify your supervisor.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what you've learned to a realistic AbleLiving situation.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caregiver calls the main line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4:40 PM. The front desk creates an Inbox item and assigns it to you: 'Daughter called, mom is confused, please call back.' The item lists the patient as 'Jane Doe.' When you search, you find two Jane Does — one age 82 in Memory Support and one age 54 in a different department. The daughter's callback number is in the item.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determine which Jane Doe this is before calling back — without guessing?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daughter says her mother has been more confused for two days and 'seems off.' What do you handle, and what do you route?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note look like, and where does it live?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the 4:40 PM caregiver call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patient first.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callback number to a caregiver contact on one of the charts, and confirm DOB with the daughter on the call. Only then open the chart.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caller is authorized.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Susan is listed as a caregiver/authorized contact before discussing any health information.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facts, not a diagnosis.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Onset, falls, eating/drinking, medication changes, new symptoms, safety at home. Use the WHO/WHY/WHAT/DONE/NEXT structure.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clinical question.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worsening confusion is a clinical issue. Route the patient case to the assigned provider with a concise summary and mark the priority appropriately.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red flags appear.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mentions a fall with injury, inability to wake, or safety risk, follow the escalation policy immediately — a live call, then documentation.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daughter what happens next and when she'll hear back. Set a follow-up date on the item so it resurfaces to you.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is locked out of athenaOne and asks to use your login 'just for an hour' to work their Inbox. What is the right response?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use it since the work is urgent and you'll be nearby.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Decline, and direct them to the access/helpdesk process; offer to work urgent items yourself if authorized.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for them but stay logged in so the audit trail shows your name.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password only if a supervisor is aware.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is locked out of athenaOne and asks to use your login 'just for an hour' to work their Inbox. What is the right response?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Let them use it since the work is urgent and you'll be nearby.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Decline, and direct them to the access/helpdesk process; offer to work urgent items yourself if authorized.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Log in for them but stay logged in so the audit trail shows your name.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Share your password only if a supervisor is aware.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never shared, regardless of urgency or supervisor awareness. The audit trail must reflect who actually did the work. The correct path is the helpdesk/access process, plus handling urgent items yourself if you're authorized for that caseload.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chart from an Inbox item and the banner shows a patient name that doesn't match the caregiver's description. What should you do?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because the Inbox item can't be wrong.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the caregiver told you and add a note that the name seems off.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re-search using two identifiers, and confirm the correct patient before documenting anything.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caregiver to call back later.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a chart from an Inbox item and the banner shows a patient name that doesn't match the caregiver's description. What should you do?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Continue, because the Inbox item can't be wrong.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Document what the caregiver told you and add a note that the name seems off.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Stop, re-search using two identifiers, and confirm the correct patient before documenting anything.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Ask the caregiver to call back later.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C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is your last line of defense against wrong-chart documentation. When anything doesn't match, stop and re-verify with two identifiers. Inbox items are created by people and can contain errors.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reports the patient has had two falls this week but no injuries. Which Inbox action fits best?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it: send a fall-prevention handout and close the item.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it with a follow-up date next month.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it to the assigned clinician with a clear summary and appropriate priority.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it to another navigator who knows the family better.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reports the patient has had two falls this week but no injuries. Which Inbox action fits best?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Handle it: send a fall-prevention handout and close the item.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Hold it with a follow-up date next month.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Route it to the assigned clinician with a clear summary and appropriate priority.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Reassign it to another navigator who knows the family better.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C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require clinical judgment even without injury. Sending resources is fine as an addition, but the item must be routed to a clinician. Holding it or moving it to another navigator delays care.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athenaOne Orientation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2808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login is your identity in the audit trail — never share it, always log out.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56032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identifiers, every time. Read the patient banner before you document.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3016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42900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Inbox is where all navigator work arrives, routed by Practice Role and TAOs. Work oldest first, and never leave an item without a note and a next step.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9884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429768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Handle, route, escalate, or hold — with a date. Clinical questions go to clinicians; safety concerns get a live call.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67528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516636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WHO / WHY / WHAT / DONE / NEXT: minimum necessary, timely, objective, traceable.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Orientation for Care Navigators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Patient Registration, Demographics &amp; Caregiver Contacts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athenaOne Orientation for Care Navigators</dc:title>
  <dc:subject>PptxGenJS Presentation</dc:subject>
  <dc:creator>AbleLiving Memory Support</dc:creator>
  <cp:lastModifiedBy>AbleLiving Memory Support</cp:lastModifiedBy>
  <cp:revision>1</cp:revision>
  <dcterms:created xsi:type="dcterms:W3CDTF">2026-09-24T23:01:54Z</dcterms:created>
  <dcterms:modified xsi:type="dcterms:W3CDTF">2026-09-24T23:01:54Z</dcterms:modified>
</cp:coreProperties>
</file>