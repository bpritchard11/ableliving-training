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AbleLiving's actual service-level expectations if they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actual AbleLiving escalation contact list and mandated-reporter procedure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5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Team Communication, Patient Cases &amp; Tasking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cases, provider messaging, document routing, priorities, and escalation — getting the right information to the right person, fast.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care team communicates inside athenaOne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cases: creating, documenting, and closing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assignment, and priority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outside records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pathways for safety and crisis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patient case that captures a caregiver contact clearly and completely.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cases and tasks to the correct role or queue with an actionable summary.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priority appropriately and understand what 'urgent' means at AbleLiving.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Receive, classify, and route documents and outside records.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safety and crisis situations and follow the escalation pathway.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so families and the team always know the next step and owner.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care team communicates inside athenaOne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and hallway conversations don't reach the chart. athenaOne tools 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communication toolkit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of a non-visit interaction: caregiver call, coordination, outreach. Fields: source/recipient, provider, department, person to call, subject, callback number, priority, description.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Document in REVIEW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 manager's way to assign a task: the Care Plan Document is left in REVIEW to a Practice Role with an Action Note. It appears in that role's Clinical Documents bucket.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routing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Faxes, records, and forms are classified (Admin, Clinical Document, Encounter Document…) and routed by Task Assignment Overrides to the role that must act.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message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messaging with patients or authorized caregivers. Responses are documented in the chart automatically.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alert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stable, must-know notes on Quickview (Module 2).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telephone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urgent. Then document. A phone call without a chart entry is invisible to the team and to compliance.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QUEUES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who on the AbleLiving care team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(physician / NP / PA): clinical decisions, orders, medication questions, diagnoses; supervising provider for care management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/ clinical staff: symptom triage, medication reconciliation, clinical follow-up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Manager (licensed: nurse or social worker): owns and updates the Care Plan; caregiver strain, respite, safety planning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(athenaOne 'care coordinator' role): demographics, scheduling, phone follow-up, basic care planning; cannot sign the Care Plan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/ intake: inbound calls, referrals, initial registration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insurance: coverage, claims, authorizations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to Practice Roles, not people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Roles (e.g., 'tampaclinical', 'caremanagement') group users by function. A role's Inbox is worked even when someone is out; an individual's may not be.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cases: creating, documenting, and closing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case is your primary document. It should read like a clear handoff, every time.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patient case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open the chart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identifiers; confirm the banner and alerts. Check whether an open case on the same topic already exists — add to it instead of creating a duplicate.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chart's hamburger menu → Patient Case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Source/Recipient (phone, portal, etc.), provider, department, and Person to call (the caregiver, with callback number). Subject: 'Caregiver call — new confusion — J. Doe'.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with WHO/WHY/WHAT/DONE/NEXT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from Module 1. Objective language, minimum necessary.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prioritize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the right Practice Role or person; tick Priority only when it is truly urgent. Save (or Save &amp; Add Orders if the provider will order from it).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now appears in the assignee's Clinical Inbox (Patient Cases bucket) and in the patient's chart.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case that gets acted 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is searchable.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+ patient + key detail. Not 'call back'.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states the ask.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'Provider guidance needed on evening confusion x2 days.'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then actions.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reported (WHO/WHAT), what you did (DONE).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next step and owner.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'Dr. Patel to advise by 9/26; navigator follow-up 9/29.'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context.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related documents or appointments so the reader doesn't hunt.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· Create Patient Case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Person to call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Susan Doe (daughter) · (813) 555-0142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call — evening confusion — J. Doe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provider guidance. WHO: Susan (daughter, authorized)…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tampaclinical (Practice Role)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Priority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75320" y="41330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6676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…NEXT: navigator follow-up 09/29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537960" y="452628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37960" y="4526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lifecycle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assigned. Visible in the assignee's Inbox.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callback, a record, or another team member. State the follow-up date in the note so it isn't lost.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Reassigned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another queue with a note explaining why. The thread stays intact.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done and the family knows the outcome. Closing without closing the loop with the family is incomplete.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cases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topic per case. A call covering a medication question and a scheduling request becomes one case routed clinically and a separate scheduling action.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an existing open case on the same topic rather than starting a new thread.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thread before replying; the answer may already be there.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outcome: 'Dr. Patel adjusted evening routine; daughter informed 9/26; follow-up call 9/29 completed.'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Burying the ask in paragraph three.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cases for the wrong patient when a caregiver has two relatives enrolled.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case when you finish your part, before the loop is closed with the family.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case as a diary of opinions about the family.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Routing, assignment, and priority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and how fast depends on what it is.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GO?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guide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behavior change, falls, medications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Practice Role (nurse triage or provider). Include onset, severity, and what the caregiver has tried.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stress, resources, respite, safety at home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management Practice Role (care manager / social work).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logistics, records, program paperwork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Yours. Handle and document; task another navigator only for coverage.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bills, authorizations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Practice Role with visit dates (Module 4).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directives, legal documents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for clinical review; supervisor for legal questions.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threats, abuse, crisis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phone call per escalation policy, then document (Part 5).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levels — what they mean here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(checked)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has one priority flag. Use it for same-day clinical attention or safety concerns — and also make a phone call; do not rely on the Inbox alone.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flagged, but time-sensitive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deadline in the subject: '[Due 9/30] …'. New symptoms without red flags, medication questions, program deadlines.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records, resources. Two to three business days per AbleLiving expectations.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required — consider closing after documenting rather than assigning. Most items require something.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and priority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unsure between clinical and social work, route clinical first and copy social work in the note.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deadline in the subject when one exists: '[Due 9/30] TOC visit needed.'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what you already did so the recipient doesn't repeat it.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queue is staffed today — holidays and coverage gaps are real.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Ticking Priority on everything so it gets seen; it trains the team to ignore the flag.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clinical questions to another navigator because they 'know the family'.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to a specific provider who is on leave instead of the queue.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an Inbox item has been seen. Urgent means a call.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and outside records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arrive by fax, portal, and mail. Every one needs a patient, a class, and an owner.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an incoming document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patient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name and DOB on the document to the chart. Unmatched documents go to the unassigned queue, never to a 'best guess' chart.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 → Admission/Discharge or Consult Note; Admin → Consent, Legal, Referral, Medical Record Request; Encounter Document → Patient History. The class determines where it displays and who gets it.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if needed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 records, add a one-line note: 'ED visit 9/20 for fall; no fracture; d/c home; new Rx.'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 to the provider for review and signature; legal and consent to registration; billing items to billing.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implications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discharge summary means a transition-of-care visit is due — schedule it and open a case.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and routing a faxed discharge summary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Clinical Inbox → Documents (unclassified) and preview.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page for the patient identifiers.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the verified patient.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two identifiers.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class and subclass.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 → Admission/Discharge — not a generic class.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note and leave in REVIEW to the provider.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priority if there are medication changes or a follow-up deadline.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downstream work.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TOC visit; open a case to call the caregiver.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Inbox · Documents · Item 3 of 12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Alvarez, Robert · DOB 05/02/1947 · ID 51190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Subclass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 / Admission-Discharge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General — 6 pages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9/18–9/22 pneumonia; new abx; f/u 7 days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in REVIEW to Dr. Patel · ☑ Priority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41605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37960" y="4572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Downstream: TOC visit within 7 days; caregiver call today.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fax queue daily; discharge summaries and referrals age badly.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class/subclass tree; ask if you're unsure rather than guessing.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medication changes explicitly in your note — they're the most common source of post-discharge harm.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document lands in the wrong chart, use the move workflow and notify your supervisor.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Attaching to the first matching name without DOB.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summary out because 'the provider will read it' — they have 40 to read.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a discharge summary and not scheduling the transition visit.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misfiled document instead of moving it (the deletion is audited either way).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pathways for safety and crisis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cannot wait for an Inbox sweep.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Situations that require a live escalation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medical danger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Unresponsive, difficulty breathing, chest pain, stroke signs, fall with injury or inability to get up. Direct the caller to 911 first, then notify the clinician and document.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at home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Wandering or missing, left alone without capacity, no food or heat, unsafe medication access.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abuse, neglect, or exploitation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emotional, financial, or self-neglect. Follow AbleLiving's mandated reporting policy — Florida and Ohio have specific requirements — and involve your supervisor immediately.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crisis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hospitalized or incapacitated, statements of being unable to continue, or statements about harming themselves or the patient. Escalate to the clinician and social work by phone.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escalation sequence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immediate safety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anyone is in immediate danger, direct the caller to call 911 or call on their behalf per policy. Stay on the line as instructed.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clinician on duty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escalation contact list — not the Inbox. If no answer in the defined window, call the next contact.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supervisor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abuse/neglect, crisis, and any situation involving reporting obligations.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immediately after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patient case: time, what was reported, who you called, what was decided, and next steps.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plan happened. Escalations are not closed until the safety concern is addressed.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module.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in one voicemail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return a voicemail from Priya, daughter of Anand Mehta, 88. In one breath she tells you: (1) her father's new blood pressure pill 'makes him dizzy and he almost fell yesterday'; (2) the hospital was supposed to fax records and hasn't; and (3) she's been sleeping in a chair beside his bed for two weeks and 'can't keep doing this.'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cases or tasks do you create, and to whom does each go?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 is most urgent, and does anything need a phone call rather than an Inbox route?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say to Priya before you hang up?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Untangling Priya's call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into three.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side effect with a near-fall (clinical); missing hospital records (yours); caregiver exhaustion (social work). One case each, or one case with clear routed sub-tasks per AbleLiving convention.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clinical item.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Dizziness with a near-fall on a new medication is High at minimum. Call the clinical queue or nurse to confirm it's seen today; document the call in the case.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records item.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hospital's release office, document the request, set a follow-up date. Link to the TOC visit if one is pending.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caregiver strain to social work.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without proper sleep and 'can't keep doing this' is a strain signal. High priority; ask social work to call Priya within one business day.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Priya the plan.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nurse will call about the dizziness today; I'm chasing the records; our social worker will call you tomorrow about support. Call 911 if he falls or can't get up.'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follow up.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WHO/WHY/WHAT/DONE/NEXT in each case. Follow-up call to Priya in two days to confirm all three loops closed.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reports the patient has been more withdrawn and refusing food for three days. Where should the case go?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management, because it's about mood.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Practice Role, with onset and details, Priority flagged.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navigator who knows the family.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 — note it and check at the next visit.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reports the patient has been more withdrawn and refusing food for three days. Where should the case go?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Care management, because it's about mood.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clinical Practice Role, with onset and details, Priority flagged.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Another navigator who knows the family.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Nowhere — note it and check at the next visit.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food for three days in a person with dementia is a clinical concern (dehydration, infection, depression, pain). Route clinically with specifics; social work can be copied if caregiver factors are involved.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flag a case Priority for a patient with new chest pain reported by the caregiver an hour ago. What else must you do?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Nothing; Priority items are monitored.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caregiver to call 911 if symptoms are current, and make a live call to the clinician per the escalation list.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provider.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 acute visit for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flag a case Priority for a patient with new chest pain reported by the caregiver an hour ago. What else must you do?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Nothing; Priority items are monitored.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Direct the caregiver to call 911 if symptoms are current, and make a live call to the clinician per the escalation list.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Email the provider.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Schedule an acute visit for tomorrow.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means the Inbox is not enough. Current chest pain is a 911 situation; then a live call to the clinician, then documentation.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discharge summary arrives by fax for a patient. After attaching and classifying it, the most important downstream action is: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it and wait for the provider to review.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transition-of-care visit and open a case to call the caregiver about medication changes.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copy to billing.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practice alert that says 'recently hospitalized'.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discharge summary arrives by fax for a patient. After attaching and classifying it, the most important downstream action is: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File it and wait for the provider to review.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Schedule the transition-of-care visit and open a case to call the caregiver about medication changes.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Send a copy to billing.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Add a practice alert that says 'recently hospitalized'.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discharge is a time-sensitive event. Scheduling the transition visit and reaching the caregiver about changes is what prevents readmission; filing alone does nothing for the patient.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Care Team Communication, Patient Cases &amp; Tasking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175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in athenaOne, the team can't see it. Phone calls are followed by documentation, every time.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58212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832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458212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 are handoffs: searchable subject, the ask up front, WHO/WHY/WHAT/DONE/NEXT, explicit owner and date.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24784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7489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224784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Practice Roles, not individuals. Clinical to clinical, strain to care management, logistics to you, coverage to billing.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991356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4147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3991356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flag has meaning. Urgent means a live call in addition to the Inbox.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757928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804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4757928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needs a verified patient, the correct class and subclass, a note, a REVIEW owner, and its downstream action.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52450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7461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25880" y="552450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escalation list and the mandated-reporting policy before you need them.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Communication, Patient Cases &amp; Tasking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Care Plans &amp; Care Management Documentation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Care Team Communication, Patient Cases &amp; Tasking</dc:title>
  <dc:subject>PptxGenJS Presentation</dc:subject>
  <dc:creator>AbleLiving Memory Support</dc:creator>
  <cp:lastModifiedBy>AbleLiving Memory Support</cp:lastModifiedBy>
  <cp:revision>1</cp:revision>
  <dcterms:created xsi:type="dcterms:W3CDTF">2026-09-24T23:01:57Z</dcterms:created>
  <dcterms:modified xsi:type="dcterms:W3CDTF">2026-09-24T23:01:57Z</dcterms:modified>
</cp:coreProperties>
</file>