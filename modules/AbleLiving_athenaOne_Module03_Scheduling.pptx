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3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&amp; Visit Coordination for In-Home and Telehealth Care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types, provider calendars, in-home routing, telehealth, rescheduling, and no-show recovery for a homebound population.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scheduling works differently for home-based memory care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types, durations, and the provider calendar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 visit step by step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Rescheduling, cancellations, and no-show recovery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and caregiver-only visits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provider calendar, including blocks, travel time, and regional coverage.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correct appointment type and duration for the visit purpose.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in-home visits that respect geography, caregiver availability, and patient routines.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and cancel with the correct reason codes and follow-through.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telehealth and caregiver-only visits with the right consents and instructions.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missed visits and document every attempt.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scheduling works differently for home-based memory care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providers travel to the patient. Every appointment is a route decision, a caregiver decision, and a routine decision.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HOME-BASED SCHEDULING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constraints that shape every appointment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cover zones on set days. Scheduling outside the zone day costs an hour of windshield time and bumps another patient. Check the zone before offering a time.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visits require a caregiver present to give history, manage medications, and consent. Their availability — not the patient's — usually decides the slot.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patient's routine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living with dementia do best in familiar rhythms. Late-afternoon visits often collide with sundowning; early mornings collide with bathing and breakfast. Ask the caregiver when their loved one is at their best.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Appointment Schedule shows you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columns: each clinician's day, with color-coded appointment types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 travel, admin, meetings, and zone assignments — never book over a block without approval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status: scheduled, confirmed, checked-in, completed, cancelled, no-show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view: filter to your region so you only see the providers who serve your patients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or open any appointment for the patient banner, reason, and notes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types drive the slot length; changing the type when rescheduling makes athenaOne grab additional open slots to match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schedule anything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 the right department, find the zone day for the patient's address, and open the provider's column for that day. Only then look for a slot.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Appointment types, durations, and the provider calendar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appointment type drives the visit length, the documentation template, and — downstream — billing. Choosing the wrong one creates work for everyone.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TYPES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appointment types at AbleLiving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patient / initial assessment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slot. Includes cognitive assessment, caregiver assessment, and care-plan start. Requires caregiver present and consents on file.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follow-up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in-home visit. Standard length. The default for scheduled program check-ins.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/ urgent home visit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Same-week slot for a new problem. Requires clinician approval to book into a held slot.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or phone with patient and caregiver. Shorter. Needs telehealth consent and a tech check.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Caregiver-focused visit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education, respite planning, or care-plan review. Can occur without the patient participating.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Transition-of-care visit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Post-hospital or post-facility. Time-sensitive — usually must occur within a defined window after discharge.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appointment type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type to the reason the provider will document; if unsure, ask the provider's nurse.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Transition-of-care and new-patient visits have deadlines — schedule them first, then fit routine visits around them.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'caregiver present: yes/no' in the appointment notes so the provider isn't surprised.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patients live in the same home, schedule them back-to-back and note it.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new patient into a follow-up slot — the provider runs late all day.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 acute visit without confirming the clinician approved it.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the appointment notes blank; the provider arrives without context.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telehealth for a patient who cannot participate without a caregiver on the call.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a visit step by step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appointment is verified, routed, confirmed, and documented.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five-step scheduling routine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patient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identifiers. Read the banner and the practice alerts — access instructions and caregiver rules live there.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reason and type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visit for? Choose the type and note anything the provider needs to know.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zone day and slot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address to the provider's zone. Offer two options that fit the caregiver's window and the patient's best time of day.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and add notes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appointment. Record who confirmed, the caregiver present, and any prep (medications gathered, documents ready).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and document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back date, time window, and provider. Send the reminder per preferences. Log the call as a patient case if anything else was discussed.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the appointment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Calendar → Appointment Schedule → department and provider.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zone day for the patient's address.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slot and search the patient.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identifiers. Confirm the banner.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appointment type and duration.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sets a default length; only change it with clinical approval.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reason and notes.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'Follow-up; daughter Susan present; med list at bedside; gate code in alerts.'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confirm with the caregiver.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athenaCommunicator ReminderCall sends the reminder automatically per the consents from Module 2; automated eligibility runs three days before.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Schedule · Schedule appointment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/ Dept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Patel · Memory Support — Tampa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10/06/2026 · 10:30 AM (Zone: North)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 · ID 48211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follow-up · 45 min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check-in; med review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53796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275320" y="413308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66760" y="41330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Susan present; best mornings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537960" y="452628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37960" y="45262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waitlist and scheduling ahead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caregiver wants an earlier date, add the patient to the zone waitlist with acceptable days and times. Work it whenever a cancellation opens a slot.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next visit before you hang up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cadences (monthly, quarterly) are predictable. Booking the next visit at the end of the current call cuts outreach later.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related appointments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Transition-of-care visits, lab draws, and specialist telehealth may need sequencing. Note dependencies in the appointment notes.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Rescheduling, cancellations, and no-show recovery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memory care, a missed visit is rarely just a scheduling issue. Treat every one as information about the family.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 cancellation or reschedule request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Hospitalization? Caregiver illness? Patient distress? The reason decides whether you reschedule, route to a clinician, or escalate.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378708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07308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0730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07308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correct cancel/reschedule reason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607308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requires a reason when you cancel or reschedule; it also drives whether the patient is notified. Pick the specific reason, never 'other'.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08776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37376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3737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37376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immediately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37376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cancel and leave a gap. Offer the next zone-day slot; use the waitlist if nothing fits.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038844" y="1737360"/>
            <a:ext cx="2601468" cy="429768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67444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6744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67444" y="2651760"/>
            <a:ext cx="21442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route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267444" y="3429000"/>
            <a:ext cx="21442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 change with the reason. Hospitalization or a caregiver crisis routes to the clinician and social worker.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RECOVERY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a no-show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appointment No Show.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athenaOne's GroupCall No-Show campaign can auto-message the caregiver; you still call.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contact the same day.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first, then emergency contact. Document each attempt with time and outcome.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red flags.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Unreachable household with a patient who lives alone is a safety concern — escalate per policy.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and note the pattern.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no-shows in a quarter triggers a care-team huddle; add it to the patient case.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provider so they know the visit didn't happen and why.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· Status update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 at door; caregiver not reached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attempts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caregiver — VM · 11:30 emergency contact — VM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lives with spouse — not escalated; retry 2 PM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Rescheduled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10/08 · 11:00 AM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41605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Missed visits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'what changed?' — a cancellation often reveals a hospitalization or caregiver strain the team needs to know about.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every contact attempt with time, number called, and outcome. Three attempts on three days is the minimum for outreach.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an athenaTelehealth check-in when in-home isn't possible soon.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patterns and raise them in team huddles.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without rescheduling — the patient falls off the calendar and out of the program cadence.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'other' as the reason code by default.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an unreachable patient who lives alone as routine.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Blaming the family in the note. Record facts, not judgments.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Telehealth and caregiver-only visits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and caregiver-focused visits extend the program between home visits — when they're set up correctly.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a telehealth visit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consent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consent must be on file for the patient or their legal representative. Check the Documents tab.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helper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will hold the device and help the patient participate. Record their name in the appointment notes.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instructions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link and simple steps by the caregiver's preferred channel. Include a phone fallback.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tech check for first-timers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test call the day before prevents a lost visit.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modality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versus audio-only matters for documentation and billing. Note which occurred.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THE CARE PARTNER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Caregiver-only visits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them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Care-plan reviews, caregiver education, respite planning, safety planning, and difficult conversations the patient shouldn't be present for.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in place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caregiver is a documented, authorized contact. The visit type is caregiver-focused so documentation and billing align.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document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under the patient's chart with the caregiver's name in notes. The encounter belongs to the patient; the caregiver is the participant.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module.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cancellations in a row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Lee, 84, lives with his wife Diane, his caregiver. Diane calls to cancel next Tuesday's follow-up — the second cancellation this month. She says she's 'just exhausted' and Marcus 'has been up all night wandering.' She asks if they can 'just skip this one.'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reason code do you use, and what else is happening here?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offer instead of simply cancelling?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on the team needs to know, and how do you route it?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Responding to Diane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it accurately.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Caregiver-cancelled, with the reason: caregiver exhaustion and nighttime wandering. Not 'other'.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signals.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wandering is a safety and clinical issue; caregiver exhaustion is a burnout risk. This is not a routine cancellation.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alternatives, not a gap.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 telehealth check-in this week and keep an in-home visit on the calendar within the zone day. Ask what time of day Marcus is calmest.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clinician.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to Dr. Patel: new nighttime wandering x1 week, caregiver reports exhaustion. Priority high.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social work.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strain and respite needs go to the social worker or care-management lead.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follow up.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WHO/WHY/WHAT/DONE/NEXT in the patient case; set a follow-up call for two days out.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address is in the North zone, which Dr. Patel covers on Tuesdays. The caregiver can only do Thursdays. What is the best next step?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Thursday slot in Dr. Patel's column and add travel time.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another provider covers North on Thursdays; if not, add to the waitlist and consult the scheduling lead before booking off-zone.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caregiver Tuesday is the only option.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telehealth instead of an in-home visit permanently.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patient's address is in the North zone, which Dr. Patel covers on Tuesdays. The caregiver can only do Thursdays. What is the best next step?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Book a Thursday slot in Dr. Patel's column and add travel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Check whether another provider covers North on Thursdays; if not, add to the waitlist and consult the scheduling lead before booking off-zone.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Tell the caregiver Tuesday is the only option.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Schedule telehealth instead of an in-home visit permanently.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Off-zone booking has real costs to the provider's day and other patients. Look for a provider who covers the zone on the caregiver's day, use the waitlist, and escalate to the scheduling lead rather than booking off-zone on your own.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arrives for a home visit and no one answers. The patient lives alone. What should you do first?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no-show and reschedule next month.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the caregiver and emergency contacts immediately, document each attempt, and escalate per the safety policy if the patient remains unreachable.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family to call back.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letter.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arrives for a home visit and no one answers. The patient lives alone. What should you do first?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Mark no-show and reschedule next month.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Attempt the caregiver and emergency contacts immediately, document each attempt, and escalate per the safety policy if the patient remains unreachable.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Wait for the family to call back.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Send a letter.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unreachable patient who lives alone is a potential safety event, not a scheduling issue. Same-day contact attempts, documentation, and escalation come before rescheduling.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required before scheduling a telehealth visit?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owns a smartphone.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consent is on file and someone is identified to help the patient join.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is at least 60 minutes.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has met the patient in person in the last 30 days.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required before scheduling a telehealth visit?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patient owns a smartphone.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Telehealth consent is on file and someone is identified to help the patient join.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visit is at least 60 minutes.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provider has met the patient in person in the last 30 days.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a participation plan are the prerequisites. Device ownership and visit length are logistics, not requirements.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Scheduling &amp; Visit Coordination for In-Home and Telehealth Care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41754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appointment is a route decision, a caregiver decision, and a routine decision. Check the zone day first.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458212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832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458212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appointment type drives length, documentation, and billing. Choose it deliberately and note caregiver presence.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224784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7489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224784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at the moment of cancellation. Never leave a gap in a program cadence.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991356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14147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3991356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accurate reason codes; they are the data behind access and no-show reports.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4757928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08042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4757928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cancellation or no-show is information about the family. Ask what changed and route what you learn.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5524500"/>
            <a:ext cx="11091672" cy="647700"/>
          </a:xfrm>
          <a:prstGeom prst="roundRect">
            <a:avLst>
              <a:gd name="adj" fmla="val 11294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674614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325880" y="5524500"/>
            <a:ext cx="1014984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needs consent, a helper, and a tech check. Caregiver-only visits need an authorized caregiver and the right visit type.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3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Visit Coordination for In-Home and Telehealth Care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Insurance &amp; Eligibility Essentials for Care Navigators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3: Scheduling &amp; Visit Coordination for In-Home and Telehealth Care</dc:title>
  <dc:subject>PptxGenJS Presentation</dc:subject>
  <dc:creator>AbleLiving Memory Support</dc:creator>
  <cp:lastModifiedBy>AbleLiving Memory Support</cp:lastModifiedBy>
  <cp:revision>1</cp:revision>
  <dcterms:created xsi:type="dcterms:W3CDTF">2026-09-24T23:01:55Z</dcterms:created>
  <dcterms:modified xsi:type="dcterms:W3CDTF">2026-09-24T23:01:55Z</dcterms:modified>
</cp:coreProperties>
</file>