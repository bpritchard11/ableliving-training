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586C47">
              <a:alpha val="30000"/>
            </a:srgbClr>
          </a:solidFill>
          <a:ln w="12700">
            <a:solidFill>
              <a:srgbClr val="586C4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3657600" cy="1508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TRAINING SERIES · MODULE 9 OF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&amp; Caregiver Engagement — Portal, Automated Outreach &amp; Communication Workflows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caregivers onto the portal, using automated messaging responsibly, documenting every contact attempt, and communicating in ways that work for families living with dementia.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Curriculum  ·  Approximately 60 minutes  ·  View-only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 a memory-support practice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6002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258568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portal and caregiver proxy access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1343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2971800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outreach: reminders, campaigns, and consent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266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3685032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text, and mail workflows and contact-attempt documentation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3989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4398264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families living with dementia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4531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80160" y="5111496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knowledge checks, and takeaways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51663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241280" y="219456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482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caregivers in the patient portal with the correct proxy access and explain what they can do there.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482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portal messages within the expected window and document them correctly.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use automated reminders and outreach campaigns in line with consent and preferences.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3741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compliant outreach sequence across phone, text, and mail and document every attempt.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7000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dementia-informed communication practices with patients and caregivers.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70001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engagement data to spot disengaged families early.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in a memory-support practice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means the caregiver is reachable, informed, and connected — and the patient is included in ways that respect their 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engagement looks like here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is the primary user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accounts, reminders, and messages are usually set up for the caregiver as proxy. The patient's participation is scaled to their abilities.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everything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answer when they can — often evenings. Automated messages at the right hour get answered; calls at the wrong hour go to voicemail.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clearer messages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caregivers stop reading. One clear message with one action beats three.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 is a signal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who stops answering is often overwhelmed, ill, or in crisis. Engagement data is a safety-net, not just a marketing metric.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portal and caregiver proxy access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is where families read visit summaries, message the team, see appointments, and sign forms.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capabilities and proxy access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families can do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visit summaries, medications, and results released by the provider; see and request appointments; send secure messages; complete forms and consents; pay bills.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Access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athenaOne's proxy feature. A caregiver with documented authorization is invited as a Family Access user with Full or Billing Only access, and logs in under their own athenahealth credentials — never the patient's.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authorization is required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ROI or legal document that authorizes PHI access (Module 2). Proxy access without documentation is a privacy violation.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access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caregiver changes or authorization is revoked, remove Family Access the same day and document why.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ENROLLMENT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Family Access for a caregiver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patient and the caregiver's authorization.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or legal document on file; contact roles set.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→ Patient Portal section → Family Access.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Invite Family Member (the patient can also do this from My Profile → Family Access in the portal).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caregiver's own email, mobile, and DOB; choose Full or Billing Only.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patient's email. Confirm the caregiver consents to email/text for portal notifications.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invitation and walk them through activation.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on the phone if possible; most failures are at the first login.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case: Family Access invited, date, level, activation confirmed or pending, follow-up date.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· Patient Portal · Family Access · Invite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 · ID 48211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Doe (daughter) · DOB on file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08/14/2026 · HCP on file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susan.doe@example.com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(813) 555-0142 · text consent ☑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275320" y="413308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6676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(not Billing Only) — per ROI scope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537960" y="452628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537960" y="4526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portal messages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queue at set times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messages arrive as patient cases (source: Patient Portal) in the Clinical Inbox. Expected response time at AbleLiving is one business day for non-urgent messages.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78708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7308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73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7308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classify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07308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logistics: yours. Clinical questions: route to the clinical queue. Urgent symptoms: call the family immediately and tell them the portal is not for emergencies.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37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in plain language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37376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sentences, one action, a name to contact. Avoid clinical jargon unless the provider wrote it.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38844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444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674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67444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67444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Replying from the case sends to the portal and saves to the chart; note any actions beyond the reply in the same case.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at enrollment: what the portal is for, how fast we respond, and what to do in an emergency.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five-minute phone walkthrough for first login; it doubles activation rates.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messages from the patient's own account that are clearly written by someone else — verify who is communicating.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only what the provider has approved; some results are held for a conversation first.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caregiver's email on the patient's own portal account instead of inviting them as a Family Access user.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Inviting a Family Access user on a verbal 'I'm the daughter'.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clinical questions in the portal yourself.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 portal message sit for days because the Inbox counter was busy.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outreach: reminders, campaigns, and consent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extends your reach — within the limits families have agreed to.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athenaCommunicator automated messaging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ReminderCall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appointment reminders by call, text, or email (default windows 9 AM–9 PM local for text/email; 10 AM–8 PM for calls). Driven by the consents on Quickview (Module 2).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GroupCall campaigns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messages to a patient list — Population Health, No-Show, Ticklers, Weather, Custom. Built from reports (Module 8). Never for marketing.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Reminders &amp; Automated Wellness Outreach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to patients with outstanding orders, and AWO messages to a small share of care-gap patients daily so responses are manageable.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ResultsCall &amp; portal notices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delivery of released results and portal alerts. All activity is visible on the Patient Communication History page.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reminder and campaign preferences correctly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Quickview → Privacy &amp; Communication.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banner.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caregiver as the recipient.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messages to a patient with dementia are usually ineffective and can be confusing.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consent per channel and number.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consent is specific to a mobile number; record the date.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practice-level timing.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ReminderCall timing and message windows are practice settings; put the caregiver's preferred hours in the contact notes for live calls.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out what shouldn't send.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patient's own channels to no-contact where appropriate; review GroupCall lists before a campaign sends to exclude families in crisis or bereavement.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· Privacy &amp; Communication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— Susan Doe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ReminderCall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call to caregiver number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consent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(813) 555-0142 · consented 08/14/2026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GroupCall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· caregiver number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own messages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416052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4160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and consent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GroupCall recipient list before it sends — remove recently hospitalized, bereaved, or in-crisis families; verify deceased status is updated.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messages short, specific, and signed by AbleLiving with a callback number.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campaign responses and follow up personally on non-responders; automation starts the conversation, it doesn't finish it.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that consent was obtained and when; it's asked for in audits.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Texting a number with no documented consent.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GroupCall messages to the patient's phone by default.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outreach after a death because the chart wasn't updated — verify status before every campaign.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delivered message was read.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Phone, text, and mail workflows and contact-attempt documentation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non-automated work: reaching families who don't respond, and proving you tried.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 outreach sequence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 — call, best time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Caregiver's preferred number in their stated window. Leave a HIPAA-appropriate voicemail: name, AbleLiving, callback number. No clinical details.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78708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7308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73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7308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 — different day and time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07308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the time; try the secondary number or emergency contact if authorized.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37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 — alternate channel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37376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(if consented) or portal message. Mail a letter for program-required notices.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38844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444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674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67444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unreachable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67444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attempts across three days with no response for an enrolled patient → notify the clinician and consider a welfare check per policy.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Documenting contact attempts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(or create) the patient case for the outreach.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 per outreach purpose.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attempt with date, time, channel, number, and outcome.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'9/24 10:15 AM · call · (813) 555-0142 · VM left.'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anything learned.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disconnected → update contacts. Wrong person → correct the record.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next attempt date.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the case without one.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contact, complete the purpose and close.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WHO/WHY/WHAT/DONE/NEXT.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· Outreach — care-plan review due — W. Osei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09/22 · 6:10 PM · call · (813) 555-0199 · VM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09/23 · 11:30 AM · call · same · VM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09/24 · 9:05 AM · text (consented) · no reply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09/25 · call emergency contact (son, authorized)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contact by 9/26 → notify Dr. Patel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416052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4160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ON THE LINE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Voicemail and text etiquette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[name] from AbleLiving calling for [caregiver first name]. Please call us at [number].' No diagnosis, no visit reason, no results.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required. Keep it minimal: appointment logistics, callback requests, general reminders. Never PHI beyond what's necessary.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program-required notices and families without phones. Confirm the mailing address is current and that the envelope reveals nothing sensitive.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with families living with dementia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that make every other workflow work.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DEMENTIA-INFORMED COMMUNICATION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with the patient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yourself every time. Use their preferred name. Speak slowly, one idea at a time, in a calm and warm tone.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simple choices: 'Would morning or afternoon be better?' Avoid 'Do you remember…?'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feelings over facts. Don't argue or correct; redirect gently. If distress rises, pause and involve the caregiver.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plans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logistics with the caregiver. The patient's agreement is respected but not relied on for scheduling.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THE CARE PARTNER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with the caregiver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first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often need to be heard before they can hear you. Two minutes of listening saves ten minutes of repetition.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at a time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Prioritize. Give them the single most important action and put the rest in writing (portal or mail).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strain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are you doing with all this?' Listen for exhaustion, isolation, health problems. Route strain to social work; don't carry it alone.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the 24/7 line, and you can't promise what the provider hasn't decided. Say what you'll do and when — then do it.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Scenario, knowledge checks, and takeaways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module.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family that stopped answering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Delgado, 87, has been enrolled for eight months. Her son Miguel was engaged: portal active, reminders on, always answered. Over the past month, the automated care-plan-review campaign got no response, two reminder texts were delivered but unanswered, and a visit was a no-show with no callback. Rosa's chart shows Miguel as the only contact; his mother-in-law was also recently added as an informal contact 'helping out sometimes.'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 through: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49440" y="237744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engagement pattern tell you, and how urgent is this?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outreach sequence, and who can you legally contact?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251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if you still can't reach anyone?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A STRONG APPROACH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the Delgado family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2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73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signal.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engaged caregiver going silent for a month, plus a no-show, is a possible caregiver crisis or health event. Treat as high priority today.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53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99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sequence quickly.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Miguel at his best time; leave a HIPAA-appropriate voicemail. Try a second time the same day at a different hour; send a consented text and a portal message.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15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6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61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authorization before widening.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mother-in-law is an informal contact; you may call her only for logistics ('we're trying to reach Miguel') — no PHI — unless she's authorized.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977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023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unreachable.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clinician the same day; per policy, consider a welfare check. Rosa cannot be assumed safe.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4739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785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step.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case: attempts with times and channels, what was said, who was notified, and the plan.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550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2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54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reconnect, reassess.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strain assessment, updated contacts (add an authorized backup), and a care-plan review with social work involved.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wants text reminders sent to their mobile. What must be documented before enabling them?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Nothing; texting is on by default.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consent for that specific number recorded on Quickview, with the date, and the caregiver's number set as the contact.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provider's approval.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own opt-in.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wants text reminders sent to their mobile. What must be documented before enabling them?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Nothing; texting is on by default.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Text consent for that specific number recorded on Quickview, with the date, and the caregiver's number set as the contact.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provider's approval.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patient's own opt-in.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athenaCommunicator only texts numbers with recorded consent. Putting the caregiver's consented number on the record makes the message useful; the patient's own channels are handled separately.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voicemail is appropriate?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 Susan, it's AbleLiving. Dr. Patel reviewed your mom's neurology results and wants to talk about the new medication.'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is Maria from AbleLiving calling for Susan. Please call us back at 813-555-0100.'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'Hi, calling about Jane Doe's memory evaluation and her upcoming psychiatry visit. Call us back.'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 Susan, your mom's flu shot is overdue and she also needs a depression screening. Call back.'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voicemail is appropriate?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'Hi Susan, it's AbleLiving. Dr. Patel reviewed your mom's neurology results and wants to talk about the new medication.'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'This is Maria from AbleLiving calling for Susan. Please call us back at 813-555-0100.'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'Hi, calling about Jane Doe's memory evaluation and her upcoming psychiatry visit. Call us back.'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'Hi Susan, your mom's flu shot is overdue and she also needs a depression screening. Call back.'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voicemail can be heard by anyone. Name, organization, who you're calling for, and a callback number — nothing clinical.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caregiver's mother-in-law calls 'to help' and asks what the last visit found. She is listed as an informal contact with no ROI. You should: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visit summary since she's helping.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nothing clinical, explain you can only speak with authorized contacts, offer to help the authorized caregiver add her if they wish, and document the call.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her to call back with the caregiver.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speak to her at all.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caregiver's mother-in-law calls 'to help' and asks what the last visit found. She is listed as an informal contact with no ROI. You should: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Share the visit summary since she's helping.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Share nothing clinical, explain you can only speak with authorized contacts, offer to help the authorized caregiver add her if they wish, and document the call.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Ask her to call back with the caregiver.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Refuse to speak to her at all.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helpful about logistics and the path to authorization without disclosing PHI. Document the call and the guidance you gave.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Patient &amp; Caregiver Engagement — Portal, Automated Outreach &amp; Communication Workflows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175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9164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is the primary portal user — as a Family Access user, under their own credentials, with authorization documented.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58212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832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458212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ReminderCall and GroupCall follow the consents on Quickview; review lists before sending and follow up on non-responders personally.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224784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7489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224784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sequence: three attempts, varied times and channels, HIPAA-appropriate voicemails, every attempt documented with a next date.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991356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4147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3991356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days unreachable for an enrolled patient is an escalation, not a note.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757928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0804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325880" y="4757928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from an engaged caregiver is a red flag. Engagement data is a safety net.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52450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74614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325880" y="552450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patients simply and warmly; communicate with caregivers by listening first, giving one action, and following through.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731520"/>
            <a:ext cx="365760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completed Module 9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Caregiver Engagement — Portal, Automated Outreach &amp; Communication Workflows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Compliance, Privacy &amp; Quality Assurance in athenaOne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illustrative representations of athenaOne workflows (terminology verified against athenahealth O-help and published workflow guides, Sept 2026). Follow AbleLiving policies and athenahealth O-help where they differ.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Patient &amp; Caregiver Engagement — Portal, Automated Outreach &amp; Communication Workflows</dc:title>
  <dc:subject>PptxGenJS Presentation</dc:subject>
  <dc:creator>AbleLiving Memory Support</dc:creator>
  <cp:lastModifiedBy>AbleLiving Memory Support</cp:lastModifiedBy>
  <cp:revision>1</cp:revision>
  <dcterms:created xsi:type="dcterms:W3CDTF">2026-09-24T23:01:59Z</dcterms:created>
  <dcterms:modified xsi:type="dcterms:W3CDTF">2026-09-24T23:01:59Z</dcterms:modified>
</cp:coreProperties>
</file>